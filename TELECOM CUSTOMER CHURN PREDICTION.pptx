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3" r:id="rId9"/>
    <p:sldId id="262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26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2418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5019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6482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27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32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2827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52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478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174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834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156583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3137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3582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2284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3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72411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D03EF743-6F40-4A60-BFA4-CDD15470B7E8}" type="datetimeFigureOut">
              <a:rPr lang="en-US" smtClean="0"/>
              <a:t>3/23/2026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B4DD60-231E-4D02-8C17-8D7AD40C8A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08757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427CA-5F7B-7902-4415-10253B85BDB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 TELECOM CUSTOMER CHURN PREDICTION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91AC3D5-6614-AAE1-38E4-D1542EB5DB6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/>
              <a:t>BY: Anthony Maina Njeru</a:t>
            </a:r>
          </a:p>
          <a:p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5394880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5366C-037A-9897-DE78-BF85D05821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FB15-FEA9-297A-1D92-D24F7AAE4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TelecomCorp</a:t>
            </a:r>
            <a:r>
              <a:rPr lang="en-US" dirty="0"/>
              <a:t> is experiencing significant customer attrition, losing valuable revenue. The need for a predictive model is urgent to identify at-risk customers before they leave.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749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05962-921B-1D59-0FAA-FE3C1002FC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Business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A1FB99-4DCF-95C6-7179-7C898570A0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TelecomCorp</a:t>
            </a:r>
            <a:r>
              <a:rPr lang="en-US" dirty="0"/>
              <a:t> is losing customers due to a 14.5% annual churn rate, and they have no systematic way to identify which customers are about to leave before it happens.</a:t>
            </a:r>
          </a:p>
        </p:txBody>
      </p:sp>
    </p:spTree>
    <p:extLst>
      <p:ext uri="{BB962C8B-B14F-4D97-AF65-F5344CB8AC3E}">
        <p14:creationId xmlns:p14="http://schemas.microsoft.com/office/powerpoint/2010/main" val="20502983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876FD-9192-8089-8493-536D7A8BA4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D52DC-9F89-464D-1347-B8009F1CE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Build a baseline logistic regression model  </a:t>
            </a:r>
          </a:p>
          <a:p>
            <a:r>
              <a:rPr lang="en-US" dirty="0"/>
              <a:t>Optimize the model through hyperparameter tuning  </a:t>
            </a:r>
          </a:p>
          <a:p>
            <a:r>
              <a:rPr lang="en-US" dirty="0"/>
              <a:t>Compare using classification metrics (Precision, Recall, F1)  </a:t>
            </a:r>
          </a:p>
          <a:p>
            <a:r>
              <a:rPr lang="en-US" dirty="0"/>
              <a:t>Identify model providing best business value  </a:t>
            </a:r>
          </a:p>
          <a:p>
            <a:r>
              <a:rPr lang="en-US" dirty="0"/>
              <a:t>Provide implementation recommendations  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168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06893B-B5FD-4F11-623F-8F873936D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Findings through 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EFE761-2CC4-9B6A-C04E-3F9709BA53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1" y="1967508"/>
            <a:ext cx="9191920" cy="4067572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9702C5A-58A1-85B4-D81A-AC1C47B9346C}"/>
              </a:ext>
            </a:extLst>
          </p:cNvPr>
          <p:cNvSpPr txBox="1"/>
          <p:nvPr/>
        </p:nvSpPr>
        <p:spPr>
          <a:xfrm>
            <a:off x="10124388" y="1967508"/>
            <a:ext cx="20676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Here we get to see the Imbalance between churn and No churn.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7621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2FF21-436B-507E-884D-D5017A45D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Second Visual: Model Comparison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7A8E9A7-5DF6-DD9C-C458-6B9A50B19B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42" y="1690688"/>
            <a:ext cx="7558637" cy="4351338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B679F67-0036-CC08-5E99-463C51DC471C}"/>
              </a:ext>
            </a:extLst>
          </p:cNvPr>
          <p:cNvSpPr txBox="1"/>
          <p:nvPr/>
        </p:nvSpPr>
        <p:spPr>
          <a:xfrm>
            <a:off x="8361575" y="1800520"/>
            <a:ext cx="3271101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 this visual we get to see the tuned model outperforms the base model across most evaluation metrics (Accuracy, Precision, Recall, F1-Score, and ROC-AUC). </a:t>
            </a:r>
          </a:p>
          <a:p>
            <a:r>
              <a:rPr lang="en-US" dirty="0"/>
              <a:t>Improvements indicate better overall predictive performance and more balanced classification.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97208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AF55D2-BD20-8364-2A65-03DFE5B180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ROC Curve Insights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DBE73-E219-C08D-7B9C-64B8126BFD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tuned model’s ROC curve is closer to the top-left corner, showing stronger discrimination ability. </a:t>
            </a:r>
          </a:p>
          <a:p>
            <a:r>
              <a:rPr lang="en-US" dirty="0"/>
              <a:t>Higher AUC score confirms the tuned model is better at distinguishing between churn and non-churn customers. </a:t>
            </a:r>
          </a:p>
          <a:p>
            <a:r>
              <a:rPr lang="en-US" dirty="0"/>
              <a:t>Both models perform better than a random classifier, but the tuned model is clearly superior.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0185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8613C-9BD0-CB7E-5996-909916668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Confusion Matrix Analysis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947D50-AC28-A58D-9C7E-1AE2B2118E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Base Model: </a:t>
            </a:r>
          </a:p>
          <a:p>
            <a:pPr lvl="1"/>
            <a:r>
              <a:rPr lang="en-US" dirty="0"/>
              <a:t>Higher number of misclassifications (false positives and false negatives). </a:t>
            </a:r>
          </a:p>
          <a:p>
            <a:pPr lvl="1"/>
            <a:r>
              <a:rPr lang="en-US" dirty="0"/>
              <a:t>Less reliable in identifying churn cases. </a:t>
            </a:r>
          </a:p>
          <a:p>
            <a:r>
              <a:rPr lang="en-US" dirty="0"/>
              <a:t>Tuned Model: </a:t>
            </a:r>
          </a:p>
          <a:p>
            <a:pPr lvl="1"/>
            <a:r>
              <a:rPr lang="en-US" dirty="0"/>
              <a:t>Reduced misclassification errors. </a:t>
            </a:r>
          </a:p>
          <a:p>
            <a:pPr lvl="1"/>
            <a:r>
              <a:rPr lang="en-US" dirty="0"/>
              <a:t>Improved detection of actual churn cases (better recall). </a:t>
            </a:r>
          </a:p>
          <a:p>
            <a:pPr lvl="1"/>
            <a:r>
              <a:rPr lang="en-US" dirty="0"/>
              <a:t>More accurate overall predictions.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4854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3FC7B-77C3-0BB8-35C3-EF14C8B6B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Last Visual: Feature Importance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EB1D5F0-00C0-2EA4-48F8-E7C9F94722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8022996" cy="4351338"/>
          </a:xfr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404AE0D-15B2-664D-8168-6370F1EC2792}"/>
              </a:ext>
            </a:extLst>
          </p:cNvPr>
          <p:cNvSpPr txBox="1"/>
          <p:nvPr/>
        </p:nvSpPr>
        <p:spPr>
          <a:xfrm>
            <a:off x="8861196" y="1910987"/>
            <a:ext cx="228128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The chart highlights the top 12 features influencing churn decisions in the tuned model.</a:t>
            </a:r>
          </a:p>
          <a:p>
            <a:r>
              <a:rPr lang="en-US" dirty="0"/>
              <a:t>Red bars (positive coefficients) - Increase likelihood of churn </a:t>
            </a:r>
          </a:p>
          <a:p>
            <a:r>
              <a:rPr lang="en-US" dirty="0"/>
              <a:t>Green bars (negative coefficients) - Reduce likelihood of churn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392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AB4E1-6299-909A-AB01-104E74BDB3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Explanation: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2464-E71C-A774-1481-589191803E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Top Increasing Churn Risk</a:t>
            </a:r>
          </a:p>
          <a:p>
            <a:r>
              <a:rPr lang="en-US" dirty="0"/>
              <a:t>Frequent customer service calls - Strong indicator of dissatisfaction </a:t>
            </a:r>
          </a:p>
          <a:p>
            <a:r>
              <a:rPr lang="en-US" dirty="0"/>
              <a:t>Lack of international plan - Customers more likely to leave </a:t>
            </a:r>
          </a:p>
          <a:p>
            <a:r>
              <a:rPr lang="en-US" dirty="0"/>
              <a:t>High daytime usage - Possible service quality or pricing concerns </a:t>
            </a:r>
          </a:p>
          <a:p>
            <a:r>
              <a:rPr lang="en-US" b="1" dirty="0"/>
              <a:t>Factors Improving Customer Retention</a:t>
            </a:r>
          </a:p>
          <a:p>
            <a:r>
              <a:rPr lang="en-US" dirty="0"/>
              <a:t>Voice mail plan subscription - Strongly linked to customer loyalty </a:t>
            </a:r>
          </a:p>
          <a:p>
            <a:r>
              <a:rPr lang="en-US" dirty="0"/>
              <a:t>Higher international call activity - Engaged, retained customers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7667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B77F-FBA1-5626-F517-838B82FF1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Recommendations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B8B399F-C266-0208-B6DF-0486FC0D9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Deploy Tuned Model to score all customers monthly</a:t>
            </a:r>
          </a:p>
          <a:p>
            <a:r>
              <a:rPr lang="en-US" dirty="0"/>
              <a:t>Create Risk Segments based on churn probability</a:t>
            </a:r>
          </a:p>
          <a:p>
            <a:r>
              <a:rPr lang="en-US" dirty="0"/>
              <a:t>Launch Retention Campaigns targeting top 100-150 at-risk customers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1838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55D94-CBFE-A38F-A122-260369141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C8DFFD-ECDB-4910-A0A1-BDE022F22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PRODUCTION-READY:</a:t>
            </a:r>
          </a:p>
          <a:p>
            <a:r>
              <a:rPr lang="en-US" dirty="0"/>
              <a:t>The tuned model successfully handles the 85:15 class imbalance and delivers actionable insights. By focusing on recall (catching churners) over accuracy, I've built a system aligned with business objectives and ready to drive measurable retention improvements.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410417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33</TotalTime>
  <Words>435</Words>
  <Application>Microsoft Office PowerPoint</Application>
  <PresentationFormat>Widescreen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Century Gothic</vt:lpstr>
      <vt:lpstr>Wingdings 3</vt:lpstr>
      <vt:lpstr>Ion</vt:lpstr>
      <vt:lpstr> TELECOM CUSTOMER CHURN PREDICTION PROJECT</vt:lpstr>
      <vt:lpstr>INTRODUCTION</vt:lpstr>
      <vt:lpstr>Business Problem</vt:lpstr>
      <vt:lpstr>Objectives</vt:lpstr>
      <vt:lpstr>Findings through visuals</vt:lpstr>
      <vt:lpstr>Second Visual: Model Comparison</vt:lpstr>
      <vt:lpstr>ROC Curve Insights</vt:lpstr>
      <vt:lpstr>Confusion Matrix Analysis</vt:lpstr>
      <vt:lpstr>Last Visual: Feature Importance</vt:lpstr>
      <vt:lpstr>Explanation:</vt:lpstr>
      <vt:lpstr>Recommendations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tonynjeru022@gmail.com</dc:creator>
  <cp:lastModifiedBy>tonynjeru022@gmail.com</cp:lastModifiedBy>
  <cp:revision>1</cp:revision>
  <dcterms:created xsi:type="dcterms:W3CDTF">2026-03-23T09:31:28Z</dcterms:created>
  <dcterms:modified xsi:type="dcterms:W3CDTF">2026-03-23T10:04:58Z</dcterms:modified>
</cp:coreProperties>
</file>